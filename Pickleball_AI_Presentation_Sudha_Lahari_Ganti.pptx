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CV_Assignment — Pickleball Serve Analyzer using Computer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Sudha Lahari Ganti</a:t>
            </a:r>
          </a:p>
          <a:p>
            <a:r>
              <a:t>VIT-AP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system to analyze pickleball serve</a:t>
            </a:r>
          </a:p>
          <a:p>
            <a:r>
              <a:t>• MediaPipe Pose to detect 33 keypoints</a:t>
            </a:r>
          </a:p>
          <a:p>
            <a:r>
              <a:t>• Computes knee, elbow &amp; trunk angles</a:t>
            </a:r>
          </a:p>
          <a:p>
            <a:r>
              <a:t>• Gives personalized technique feedback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Uploads Video → Streamlit UI</a:t>
            </a:r>
          </a:p>
          <a:p>
            <a:r>
              <a:t>↓</a:t>
            </a:r>
          </a:p>
          <a:p>
            <a:r>
              <a:t>OpenCV Frame Reader</a:t>
            </a:r>
          </a:p>
          <a:p>
            <a:r>
              <a:t>↓</a:t>
            </a:r>
          </a:p>
          <a:p>
            <a:r>
              <a:t>MediaPipe Pose Detection</a:t>
            </a:r>
          </a:p>
          <a:p>
            <a:r>
              <a:t>↓</a:t>
            </a:r>
          </a:p>
          <a:p>
            <a:r>
              <a:t>Joint Angle Calculation</a:t>
            </a:r>
          </a:p>
          <a:p>
            <a:r>
              <a:t>↓</a:t>
            </a:r>
          </a:p>
          <a:p>
            <a:r>
              <a:t>Feedback Engine</a:t>
            </a:r>
          </a:p>
          <a:p>
            <a:r>
              <a:t>↓</a:t>
            </a:r>
          </a:p>
          <a:p>
            <a:r>
              <a:t>Metrics + Annotated Video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MediaPipe</a:t>
            </a:r>
          </a:p>
          <a:p>
            <a:r>
              <a:t>• OpenCV</a:t>
            </a:r>
          </a:p>
          <a:p>
            <a:r>
              <a:t>• Streamlit</a:t>
            </a:r>
          </a:p>
          <a:p>
            <a:r>
              <a:t>• NumPy</a:t>
            </a:r>
          </a:p>
          <a:p>
            <a:r>
              <a:t>• Google Colab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Video processed: 293 frames</a:t>
            </a:r>
          </a:p>
          <a:p>
            <a:r>
              <a:t>• Pose metrics extracted</a:t>
            </a:r>
          </a:p>
          <a:p>
            <a:r>
              <a:t>• Coaching feedback generated</a:t>
            </a:r>
          </a:p>
          <a:p>
            <a:r>
              <a:t>• Annotated serve video created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webcam feedback</a:t>
            </a:r>
          </a:p>
          <a:p>
            <a:r>
              <a:t>• Serve scoring ML model</a:t>
            </a:r>
          </a:p>
          <a:p>
            <a:r>
              <a:t>• Ball trajectory tracking</a:t>
            </a:r>
          </a:p>
          <a:p>
            <a:r>
              <a:t>• Multi-sport extension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